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Spark MLlib RF</c:v>
                  </c:pt>
                  <c:pt idx="1">
                    <c:v>Python XGBoost</c:v>
                  </c:pt>
                  <c:pt idx="2">
                    <c:v>Agreement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87.2</c:v>
                </c:pt>
                <c:pt idx="1">
                  <c:v>88.9</c:v>
                </c:pt>
                <c:pt idx="2">
                  <c:v>99.2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3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1C2C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E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426"/>
        </a:solidFill>
        <a:ln>
          <a:noFill/>
        </a:ln>
        <a:effectLst/>
      </c:spPr>
    </c:plotArea>
    <c:plotVisOnly val="1"/>
    <c:dispBlanksAs val="span"/>
  </c:chart>
  <c:spPr>
    <a:solidFill>
      <a:srgbClr val="0B1426"/>
    </a:solidFill>
    <a:ln w="12700" cap="flat">
      <a:solidFill>
        <a:srgbClr val="0B142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UrbanTransit IQ — Big Data and Data Science transport analytics platform by team SFC Qorvex for TechWiz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6048" y="9601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56048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TECHWIZ 7 ·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UrbanTransit IQ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city's transit network, decoded by Big Data.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1012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2.06M ticketing records  ·  Hadoop + Spark  ·  dual ML pipelines  ·  evidence-backed schedule decisions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18208" y="3977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18208" y="4059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118208" y="4517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model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07128" y="3977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7128" y="4059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+31%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4907128" y="4517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naive forecast baseline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96048" y="3977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059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7696048" y="45171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agreement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SFC Qorvex</a:t>
            </a:r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Theme: TransitVerse Intelligence   ·   Data Science Intelligence Arena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urbantransit-iq.vercel.app      Repository: github.com/darike/UrbanTransitIQ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data is huge — decisions are still made blind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66928" cy="566928"/>
          </a:xfrm>
          <a:prstGeom prst="ellipse">
            <a:avLst/>
          </a:prstGeom>
          <a:solidFill>
            <a:srgbClr val="1A2A47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scattered records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7568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Ticketing, passenger counts, schedules, GPS, delays — a year of a 100-route network produces millions of rows that spreadsheets and periodic reports cannot digest.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566928" cy="566928"/>
          </a:xfrm>
          <a:prstGeom prst="ellipse">
            <a:avLst/>
          </a:prstGeom>
          <a:solidFill>
            <a:srgbClr val="1A2A4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after the fact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930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Overcrowding, repeated delay patterns and dead mileage are discovered weeks late, from complaints — not from the data that already recorded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566928" cy="566928"/>
          </a:xfrm>
          <a:prstGeom prst="ellipse">
            <a:avLst/>
          </a:prstGeom>
          <a:solidFill>
            <a:srgbClr val="1A2A4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behind decisions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103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capacity changes are argued from intuition. Operators need conclusions with the supporting evidence attached — not more charts.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1691640"/>
            <a:ext cx="4617720" cy="4206240"/>
          </a:xfrm>
          <a:prstGeom prst="roundRect">
            <a:avLst>
              <a:gd name="adj" fmla="val 2174"/>
            </a:avLst>
          </a:prstGeom>
          <a:solidFill>
            <a:srgbClr val="132038"/>
          </a:solidFill>
          <a:ln w="12700">
            <a:solidFill>
              <a:srgbClr val="243B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SRS DEMANDS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286000"/>
            <a:ext cx="4069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peak periods, overcrowded trips, high-demand stops, low-performing routes, bottlenecks, missed demand.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pipelines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Spark MLlib and Python Data Science — on the same data, compared for agreement.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simulate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passenger demand, delay risk, occupancy risk, what-if scenarios.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not charts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recommendation must carry analytical justification (SRS 1.6, 72 functional requirements).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 from raw tickets to defended decisions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2-tier web application over a real Big Data pipeline: a synthetic city bus network generated with documented defects, processed twice by independent ML stacks, and served to four roles through seventeen dashboard screens.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2.06M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99923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records in the master dataset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28416" y="228600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99923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interlinked raw tables (CSV + JSON) in HDFS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53912" y="228600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99923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in the Parquet analytical layer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9408" y="228600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99923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ML pipelines — Spark MLlib &amp; Python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413308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73659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across delay, demand, crowding, clustering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28416" y="4023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93008" y="413308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3493008" y="473659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 behind JWT + role-based access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53912" y="4023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18504" y="413308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318504" y="473659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Operator, Analyst, Evaluator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79408" y="4023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32038"/>
          </a:solidFill>
          <a:ln w="9525">
            <a:solidFill>
              <a:srgbClr val="243B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0" y="413308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736592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scored, ranked and mapped live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· Leaflet · Recharts        FastAPI + JWT + SQLite        Hadoop HDFS 3.4.1 · Spark / PySpark / Spark SQL / MLlib        Pandas · Scikit-learn · XGBoost · Statsmodels        Power BI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behind every number on screen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32038"/>
          </a:solidFill>
          <a:ln w="15240">
            <a:solidFill>
              <a:srgbClr val="2C43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6642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linked tables · 2.06M tickets · seeded defects for the quality battery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2011680"/>
            <a:ext cx="310896" cy="237744"/>
          </a:xfrm>
          <a:prstGeom prst="rightArrow">
            <a:avLst/>
          </a:prstGeom>
          <a:solidFill>
            <a:srgbClr val="2C4370"/>
          </a:solidFill>
          <a:ln/>
        </p:spPr>
      </p:sp>
      <p:sp>
        <p:nvSpPr>
          <p:cNvPr id="10" name="Shape 8"/>
          <p:cNvSpPr/>
          <p:nvPr/>
        </p:nvSpPr>
        <p:spPr>
          <a:xfrm>
            <a:off x="2980944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32038"/>
          </a:solidFill>
          <a:ln w="15240">
            <a:solidFill>
              <a:srgbClr val="2C43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0672" y="16642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(PySpark)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196596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schemas · schema inference · partitioning · type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93208" y="2011680"/>
            <a:ext cx="310896" cy="237744"/>
          </a:xfrm>
          <a:prstGeom prst="rightArrow">
            <a:avLst/>
          </a:prstGeom>
          <a:solidFill>
            <a:srgbClr val="2C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58968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32038"/>
          </a:solidFill>
          <a:ln w="15240">
            <a:solidFill>
              <a:srgbClr val="2C43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68696" y="16642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68696" y="196596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3.4.1 single-node · 366 MB raw · CSV + JSON + Parquet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71232" y="2011680"/>
            <a:ext cx="310896" cy="237744"/>
          </a:xfrm>
          <a:prstGeom prst="rightArrow">
            <a:avLst/>
          </a:prstGeom>
          <a:solidFill>
            <a:srgbClr val="2C4370"/>
          </a:solidFill>
          <a:ln/>
        </p:spPr>
      </p:sp>
      <p:sp>
        <p:nvSpPr>
          <p:cNvPr id="18" name="Shape 16"/>
          <p:cNvSpPr/>
          <p:nvPr/>
        </p:nvSpPr>
        <p:spPr>
          <a:xfrm>
            <a:off x="7936992" y="16002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32038"/>
          </a:solidFill>
          <a:ln w="15240">
            <a:solidFill>
              <a:srgbClr val="2C43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16642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join · features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96596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quality checks · quarantine · 9-table integration · 23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49256" y="2011680"/>
            <a:ext cx="310896" cy="237744"/>
          </a:xfrm>
          <a:prstGeom prst="rightArrow">
            <a:avLst/>
          </a:prstGeom>
          <a:solidFill>
            <a:srgbClr val="2C43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15016" y="1600200"/>
            <a:ext cx="1280160" cy="1051560"/>
          </a:xfrm>
          <a:prstGeom prst="roundRect">
            <a:avLst>
              <a:gd name="adj" fmla="val 6957"/>
            </a:avLst>
          </a:prstGeom>
          <a:solidFill>
            <a:srgbClr val="132038"/>
          </a:solidFill>
          <a:ln w="15240">
            <a:solidFill>
              <a:srgbClr val="2C43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24744" y="166420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24744" y="196596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layer, partitioned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320040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132038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21408" y="326440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pipeline — Spark MLlib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21408" y="356616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delay severity · clustering · Spark SQL aggregations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20040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132038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01968" y="326440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pipeline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01968" y="356616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delay + demand + crowding · Pandas / Scikit-learn / Statsmodels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61120" y="2651760"/>
            <a:ext cx="0" cy="54864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6200" y="2651760"/>
            <a:ext cx="5074920" cy="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86200" y="2651760"/>
            <a:ext cx="0" cy="54864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2651760"/>
            <a:ext cx="0" cy="54864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470916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3203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21408" y="477316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comparison engine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121408" y="507492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held-out cases scored by BOTH stacks · 99.2% agreement · disagreements explained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470916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1320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01968" y="477316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dashboard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601968" y="507492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RBAC enforced server-side · 17 screens · Vercel deployment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86200" y="4297680"/>
            <a:ext cx="0" cy="41148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4297680"/>
            <a:ext cx="0" cy="411480"/>
          </a:xfrm>
          <a:prstGeom prst="line">
            <a:avLst/>
          </a:prstGeom>
          <a:noFill/>
          <a:ln w="19050">
            <a:solidFill>
              <a:srgbClr val="2C43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33872" y="5093208"/>
            <a:ext cx="585216" cy="237744"/>
          </a:xfrm>
          <a:prstGeom prst="rightArrow">
            <a:avLst/>
          </a:prstGeom>
          <a:solidFill>
            <a:srgbClr val="2C437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read the same Parquet layer but never each other’s predictions — the SRS integrity rule.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THE DATASET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of a 100-route city network, generated with intent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Interlinked entities.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Tickets → passengers → trips → routes → stops → vehicles → schedules share proper IDs (ticket_id, trip_id, route_id, stop_id…), so Spark SQL joins reconstruct every journey.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behaviour.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AM/PM peaks, weekday vs weekend profiles, seasonal drift, special-event spikes and route personalities are baked into the generator.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defects.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Duplicates, negative counts, impossible timestamps, unknown vehicles and broken sequences are seeded on purpose — the data-quality battery has to find them.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command regenerates everything: python data_generator/generate_dataset.py — 1,000-row samples of every table ship in the repo.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623560" cy="4343400"/>
          </a:xfrm>
          <a:prstGeom prst="roundRect">
            <a:avLst>
              <a:gd name="adj" fmla="val 2105"/>
            </a:avLst>
          </a:prstGeom>
          <a:solidFill>
            <a:srgbClr val="132038"/>
          </a:solidFill>
          <a:ln w="12700">
            <a:solidFill>
              <a:srgbClr val="243B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IN HDFS — /urbantransit/raw_data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128.7 MB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2.06M ticketing transactions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gps_events.csv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17.4 MB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26609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vehicle movement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passenger_counts.csv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30.1 MB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1272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/ alighting / load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593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11.0 MB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593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+ actual times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route_stops.csv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20.7 MB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405993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sequences per route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schedules.csv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9.6 MB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arr/dep per stop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992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delays.json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30+ MB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9926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events with reasons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458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· stops · vehicles · passengers · service_calendar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5458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2–3 — BIG DATA STORAGE &amp; PROCESSING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 + Spark, with the terminal to prove it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HDFS &amp; Spark Jobs screen (evaluator/admin only) monitors the cluster the pipeline actually ran on — not a mock.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Hadoop 3.4.1 single-node on WSL: NameNode + DataNode alive, the HDFS browser walking /urbantransit raw → processed → parquet, verified from the terminal with hdfs dfs -ls.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Ingestion, quality analysis, cleaning, integration, feature engineering and MLlib training each run as a tracked job with duration and status.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9-table joins and the OD-matrix, peak-period and route aggregations run as Spark SQL over the integrated layer.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output.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23-feature analytical dataset is written partitioned by month — the format the SRS mandates for the analytical layer.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big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4–5 — DATA QUALITY &amp; CLEANING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defect found, and what cleaning did about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data-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2,061,940 tickets in — 2,053,606 clean records out. The difference is accounted for line by line.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17-check battery.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route IDs, duplicate tickets, duplicate trips, invalid timestamps, departure-before-arrival, negative counts, unknown vehicles, capacity violations… 14,203 defects detected.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actions.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defect class carries its rule and outcome: corrected (imputed timestamps, swapped orderings), deduplicated, or quarantined — nothing silently dropped.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Quarantine, not deletion.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Negative counts and unknown vehicles land in quarantine Parquet for audit; 80,724 genuine overcrowding records are kept — they are the signal, not noise.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that found nothing are listed too — a check that never fires is still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 front door that explains the system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tells the story before sign-in: insights not charts, raw tickets to decisions, two pipelines one truth.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narrative.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four feature panels mirror the architecture: quality battery, dual pipelines, evidence-backed recommendations, role-based workspace.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headline stats.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86.7% accuracy, +31%-vs-baseline and 99.2% agreement chips on this page are the same numbers the model screens defend.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“Enter the dashboard” routes to sign-in — or straight to the Executive Dashboard when a session already exists.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JWT sessions, server-enforced access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operator / analyst / evaluator — the jury gets its own read-everything account.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FastAPI issues JWTs; passwords are bcrypt-hashed; self-registration verifies a 6-digit emailed code; forgotten passwords reset by email.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in three layers.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same matrix builds the sidebar, guards the routes, and returns HTTP 403 from the API — the UI is never the only gate.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demo mode.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backend is offline the page says so and falls back to the four demo accounts, so the hosted Vercel build stays usable.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design.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Operator = live ops only · Analyst = + model lab &amp; exports · Evaluator = + infrastructure evidence · Admin = + user roster.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the network in one look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the network doing?” answered with live KPIs, a mini network map, and the AI recommendation feed.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1,844,056 passengers · 47,835 trips · 62.4% avg occupancy · 3.1 min avg delay · 82.0% on-time — each with its 30-day trend sparkline.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queues.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high-demand routes, 13 overcrowded (&gt;100% peak), 23 underutilized, 5 critical alerts — the screen ranks what to fix first.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status.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live donut: 95.4% of tracked trips on time or minor-delay, with the severely-delayed counted, not hidden.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attached.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AI recommendation opens with the demand and occupancy figures that justify it — SRS: conclusions, not charts.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execu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Network Map — the city, not a diagram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networ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over real coordinates: routes drawn stop-to-stop, colored by what the data says.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load coloring.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route segment is shaded by measured occupancy — the red corridor is the overcrowding problem made visible.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hotspots.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flagged by the bottleneck detector glow; toggling “Delay hotspots” isolates them.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simulated vehicles animate along their routes with heading and load — the operator’s situational view.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Satellite / dark basemap, stop sizing by turnover, and per-route isolation through the shared filter bar.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 Flow — where demand actually goes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and alighting patterns cut by stop, hour, direction and day type.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stops.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Top-10 stops by 30-day boardings, boarding vs alighting side by side — turnover hubs and one-way sinks separate instantly.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matrix.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Spark SQL aggregation of movements between the 8 highest-volume stops — the evidence for where a direct service is missing.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Direction-split profile.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Hourly boardings split inbound/outbound: inbound dominates the AM peak, outbound the PM — the pattern schedules must serve.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from data.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Peak windows are detected from the profile itself, not assumed from a fixed rush-hour definition.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passenger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Performance — 100 routes, ranked two 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answers “what kind of route is this?”; a score answers “how much attention does it need?”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published 0–100 blend over seven components — demand, occupancy, reliability, utilisation, headway regularity and more.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done right.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Scored as distance from a 70% target — a packed route is a problem, not a triumph, so more-is-better scoring is rejected.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Rules over demand + occupancy + reliability sort routes into overcrowded / healthy / underutilized / unreliable operational classes.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evidence.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column re-sorts the ranking; the per-route drilldown carries the trip-level distributions behind the score.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Intelligence — patterns first, prediction second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SRS severity bands — On time to Severe — analysed across time, place and direction.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× hour heatmap.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recurring trouble windows light up — weekday PM peak, not random noise — and respect the route/occupancy filters.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Punctuality, honestly.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On-time rate is printed against scored arrivals and against all trips, so the denominator is never hidden.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delay profile.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and 90th-percentile delay per route — the p90 finds the routes that are usually fine but occasionally terrible.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model.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 (Spark) and XGBoost (Python) classify delay severity at 87.2% / 88.9% accuracy — per-month test scores shown on screen.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dela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&amp; Crowding — risk as a probability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occupa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banded Low → Critical against vehicle capacity, with the next 24 hours risk-scored.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bands.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Trips are distributed across occupancy bands; the overcrowded tail is listed trip-by-trip with route and vehicle.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vs isolated.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Repeated overload on the same route/hour is separated from one-off events — the SRS distinction that decides interventions.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trend.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Crowding is tracked across the year — seasonal growth is visible, so capacity planning sees direction, not a snapshot.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model.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Held-out trips are scored for overcrowding probability — published as probabilities so borderline cases stay visible.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 — beating the baseline, provably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forecast over 56 days of history, judged against a naive same-weekday-last-week baseline.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forecaster.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MAPE 3.59%, R² 0.9776 on validation — the deployed residual-over-baseline variant shown with its validation twin.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must lose.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Naive lag-7: MAPE 5.29%. The model beats it by ~31% — the documented improvement the SRS requires.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honesty.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is broken out by forecast horizon, showing exactly how accuracy degrades 1 → 28 days out.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drawn.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90% band is shaded around the forecast; actuals are plotted through it — where it tracked and where it did 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REQUIREMENT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vs Python — two independent builds, one verdict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99616"/>
            <a:ext cx="6099048" cy="4268978"/>
          </a:xfrm>
          <a:prstGeom prst="roundRect">
            <a:avLst>
              <a:gd name="adj" fmla="val 1714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dual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89320" cy="41592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03720" y="15544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cases, both stacks.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120 unseen delay-severity cases scored independently: Spark MLlib Random Forest 87.2% (F1 0.86) vs Python XGBoost 88.9% (F1 0.88).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agreement.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two pipelines disagree on 1 case in 120 — and the screen shows each disagreeing case with both probabilities.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explained.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Mismatches concentrate at adjacent class boundaries (Minor ↔ Moderate) where feature weighting differs — shown, not hand-waved.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 training, separate preprocessing, no prediction ever copied between stacks — the anti-shortcut requirement demonstrated on screen.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903720" y="4526280"/>
          <a:ext cx="47548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— with its recall measured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anoma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detectors sweep passengers, delays, occupancy and headways for behaviour that breaks pattern.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detector families.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Near-empty trips, occupancy outliers, demand spikes and collapses, extreme delays, abnormal travel times, irregular stop activity, vehicle bunching.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flags.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alert states the rule that fired and the magnitude — an anomaly is an explained event, not a red dot.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checks.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Events deliberately planted by the generator are used to measure recall — the screen reports how many the detectors caught.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grouping.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Alerts group by type and severity so an operator decides what to investigate first, not scroll a raw log.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 — no unexplained advice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operational recommendations, each one carrying the analysis that produced it (SRS Step 46).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interventions.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 → medium: increase R011/R012/R044 peak frequency (headway 8 → 4 min, higher-capacity vehicles), re-time R092, reduce R096/R088 off-peak.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inline.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occupancy 107%, overload events (occ &gt;100%): 4,313 in 12 months, 489,355 boardings, on-time 77% — attached to the recommendation itself.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card projects the effect: est. peak occupancy → ~91%, waiting time −25–35% — explicitly labelled a modelled estimate.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recommendation links to the What-If Simulator to test it before anyone commits a schedule change.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recomme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 — test the change before making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what-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309360" cy="438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capacity and demand as sliders; occupancy, waiting time and crowding risk as consequences.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controls.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Pick a route, then move trips-per-hour, vehicle capacity and expected demand change — estimates update live.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out risk.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Est. occupancy, est. average wait, crowding risk and demand coverage — the R12 example shows supply falling short at 160% occupancy.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verdict.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“scenario reading” sentence states the conclusion — add trips or larger vehicles — for non-analyst users.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figure is labelled an estimate with demand held fixed — an upper bound on relief, not a promise.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Reports, CSV exports and Power BI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" y="1545336"/>
            <a:ext cx="5779008" cy="4046728"/>
          </a:xfrm>
          <a:prstGeom prst="roundRect">
            <a:avLst>
              <a:gd name="adj" fmla="val 1808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7" name="Image 0" descr="C:\Users\Lenovo\AppData\Local\Temp\claude\f--urbanuinqe-urbantransit-iq\762c8eab-5674-4b69-88fa-48030f66fb08\scratchpad\shots\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669280" cy="3937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646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 — every analytical dataset, downloadable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16002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Routes, stops, trips, delays, occupancy, forecasts, model outputs and the recommendation list — exportable by analysts and above.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Intelligence report.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narrative report with conclusions and recommendations is generated from the same data and downloadable here.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screen.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dedicated screen embeds the Power BI report built over fact_trips.csv — the same truth in a second BI tool.</a:t>
            </a:r>
            <a:endParaRPr lang="en-US" sz="12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Operators see the dashboards; exports and the model lab belong to analyst-and-above — by design, not omission.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 — the permission model, live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81328"/>
            <a:ext cx="4419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Admin-only: the account roster, roles, verification state, and safe deletion.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95728"/>
            <a:ext cx="4419295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roster.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account with role, e-mail, verified badge and created date — backed by the SQLite user store through FastAPI.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changes audited.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Grants and deletions require the admin JWT; the API refuses role escalation from any other account (HTTP 403).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matrix everywhere.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capability matrix this screen manages is the one the sidebar and route guards read — administration and enforcement cannot drift apart.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kept safe.</a:t>
            </a:r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Self-registered users land as Analyst after e-mail verification — elevated roles are only ever granted 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24551" y="1426464"/>
            <a:ext cx="6419088" cy="4491228"/>
          </a:xfrm>
          <a:prstGeom prst="roundRect">
            <a:avLst>
              <a:gd name="adj" fmla="val 1629"/>
            </a:avLst>
          </a:prstGeom>
          <a:solidFill>
            <a:srgbClr val="1A2A47"/>
          </a:solidFill>
          <a:ln w="12700">
            <a:solidFill>
              <a:srgbClr val="2C4370"/>
            </a:solidFill>
            <a:prstDash val="solid"/>
          </a:ln>
        </p:spPr>
      </p:sp>
      <p:pic>
        <p:nvPicPr>
          <p:cNvPr id="9" name="Image 0" descr="C:\Users\Lenovo\AppData\Local\Temp\claude\f--urbanuinqe-urbantransit-iq\762c8eab-5674-4b69-88fa-48030f66fb08\scratchpad\shots\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15" y="1481328"/>
            <a:ext cx="630936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documented, deployed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32038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suites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API (auth, RBAC 403s, endpoints) and the pipeline (cleaning rules, feature logic).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test month, against the measured ceiling for this data — not a single lucky split.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Planted-defect recall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anomaly detectors and the data-quality battery.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6459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32038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86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(52 pp)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data dictionary, dual-pipeline comparison, transport intelligence report.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(11 pp)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every screen, the role matrix and troubleshooting — built for the jury.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AI_USAGE.md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declares AI assistance per the competition integrity rules; team contribution record included.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4152" y="16459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3203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286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github.com/darike/UrbanTransitIQ — trained models tracked in Git LFS (164 MB).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urbantransit-iq.vercel.app — the React dashboard with demo sign-in.</a:t>
            </a:r>
            <a:endParaRPr lang="en-US" sz="1150" dirty="0"/>
          </a:p>
          <a:p>
            <a:pPr marL="152400" indent="-152400">
              <a:lnSpc>
                <a:spcPct val="106000"/>
              </a:lnSpc>
              <a:buSzPct val="100000"/>
              <a:buChar char="•"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pPr indent="0" marL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regenerates by script; installation and execution instructions verified end-to-end.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UrbanTransit IQ · SFC Qorvex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9144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801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charts. Defensible decisions.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95148" y="24231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6316" y="26060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agreed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6316" y="301752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and Python reached the same verdicts on 99.2% of unseen cases — independent evidence, as the SRS demands.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5628" y="24231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6796" y="26060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36796" y="301752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KPI on the Executive Dashboard back through Parquet, Spark jobs and HDFS to the raw ticket that produced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6108" y="24231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2038"/>
          </a:solidFill>
          <a:ln w="12700">
            <a:solidFill>
              <a:srgbClr val="2C4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7276" y="26060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 evidence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77276" y="3017520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carry their justification, and the What-If Simulator tests them before a schedule changes.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AVL/GTFS feeds · streaming ingestion · multi-city scaling · driver-facing mobile views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492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Team SFC Qorvex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779008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urbantransit-iq.vercel.app   ·   github.com/darike/UrbanTransitIQ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UrbanTransit IQ — Detailed Walkthrough</dc:title>
  <dc:subject>PptxGenJS Presentation</dc:subject>
  <dc:creator>SFC Qorvex</dc:creator>
  <cp:lastModifiedBy>SFC Qorvex</cp:lastModifiedBy>
  <cp:revision>1</cp:revision>
  <dcterms:created xsi:type="dcterms:W3CDTF">2026-09-29T07:50:46Z</dcterms:created>
  <dcterms:modified xsi:type="dcterms:W3CDTF">2026-09-29T07:50:46Z</dcterms:modified>
</cp:coreProperties>
</file>